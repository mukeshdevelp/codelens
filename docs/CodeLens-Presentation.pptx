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463040"/>
            <a:ext cx="2194560" cy="411480"/>
          </a:xfrm>
          <a:prstGeom prst="round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8CFF"/>
                </a:solidFill>
              </a:defRPr>
            </a:pPr>
            <a:r>
              <a:t>PR Review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EEF2FF"/>
                </a:solidFill>
              </a:defRPr>
            </a:pPr>
            <a:r>
              <a:t>CodeLens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AA8C7"/>
                </a:solidFill>
              </a:defRPr>
            </a:pPr>
            <a:r>
              <a:t>Understand a pull request before reviewing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8CFF"/>
                </a:solidFill>
              </a:defRPr>
            </a:pPr>
            <a:r>
              <a:t>GitHub · Risk analysis · AI summaries · Human review stays in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The problem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From “Where do I start?” to focused, explainable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Large PRs hide scope, risk, and impact across diffs, commits, and comments.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Reviewers spend time reconstructing context before they can give useful feedback.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Critical paths (auth, payments, security) are easy to miss in a wall of green/red.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Teams need orientation — not another noisy bot with hundreds of generic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The CodeLens answer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What changed · How risky · Where to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Connect GitHub → pick a repo → analyze any open pull request.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Get a structured brief: risk score, executive summary, and where to focus first.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Walk file-by-file and commit-by-commit with diffs and optional AI summaries.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Human review remains final — CodeLens informs; you decide approve &amp; merge.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User journey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End-to-end flow in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3429000" cy="1874519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429000" cy="73152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2996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1. Sign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GitHub OAuth — repo read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29000" cy="1874519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429000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2996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2. Select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Dashboard lists your repositories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28800"/>
            <a:ext cx="3429000" cy="1874519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828800"/>
            <a:ext cx="3429000" cy="73152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2996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3. Open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View open pull requests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77640"/>
            <a:ext cx="3429000" cy="1874519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977640"/>
            <a:ext cx="3429000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7880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4. 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72000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One click — rules + optional Groq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977640"/>
            <a:ext cx="3429000" cy="1874519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977640"/>
            <a:ext cx="3429000" cy="73152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17880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5.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572000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Tabs: Overview · Changes · Commits · Discussion ·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977640"/>
            <a:ext cx="3429000" cy="1874519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977640"/>
            <a:ext cx="3429000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17880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6.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572000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Approve or merge on GitHub from the report (with confirmation)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PR report — five lenses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One page, multiple ways to orient before deep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Overview — PR summary, executive summary, ranked focus areas (rule-based).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Changes — CodeRabbit-style file walkthrough with full diffs + AI per-file notes.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Commits — Timeline with per-commit file patches (additions/deletions).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Discussion — Summarized review comments and conversation activity.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Risk analysis — Six weighted dimensions with explainable findings +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Analysis engine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Weighted risk score 0–100 → High / Medium / 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5349240" cy="1234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737360"/>
            <a:ext cx="53492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Change &amp;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Scope broader than PR title? Multi-module clusters?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37360"/>
            <a:ext cx="5349240" cy="1234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737360"/>
            <a:ext cx="534924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3852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Code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Lines changed vs baseline; oversized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4680"/>
            <a:ext cx="5349240" cy="1234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154680"/>
            <a:ext cx="534924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5584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Functionality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4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One coherent change vs scattered edits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154680"/>
            <a:ext cx="5349240" cy="1234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154680"/>
            <a:ext cx="5349240" cy="73152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35584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Critical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4904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Auth, payments, permissions, data, infra,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72000"/>
            <a:ext cx="5349240" cy="1234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572000"/>
            <a:ext cx="5349240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7316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6636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Secrets, eval, SQL concat, XSS patterns, TLS disable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572000"/>
            <a:ext cx="5349240" cy="12344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A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572000"/>
            <a:ext cx="534924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77316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EF2FF"/>
                </a:solidFill>
              </a:defRPr>
            </a:pPr>
            <a:r>
              <a:t>Test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16636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8C7"/>
                </a:solidFill>
              </a:defRPr>
            </a:pPr>
            <a:r>
              <a:t>Source changed without matching test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AI layer (optional)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Explainable signals first; AI augments, not replaces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Providers: Groq, OpenAI, Perplexity, OpenRouter — configured via environment.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Executive summary, PR overview, discussion summary, per-file change notes.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Clear badges: AI · groq vs Rules — so reviewers know the source.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Graceful fallback to rule-based text when AI is unavailable.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MCP server exposes analyzers to Cursor IDE for local agent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GitHub integration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Standalone web app today · native GitHub surfaces when App is installed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OAuth App — login, list repos/PRs, approve &amp; merge via your GitHub token.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GitHub App (production) — webhooks auto-analyze on pull_request events.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Checks API — risk conclusion appears on the PR Checks tab on github.com.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PR comments — post CodeLens summary back to the conversation (optional).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Signed embed URLs — report viewable from Check details / github.com iframe.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Architecture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FastAPI + React + SQLite · Docker &amp; Kubernetes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2011680" cy="502920"/>
          </a:xfrm>
          <a:prstGeom prst="round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B8CFF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73736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EF2FF"/>
                </a:solidFill>
              </a:defRPr>
            </a:pPr>
            <a:r>
              <a:t>React / Vite — dashboard, PR report, embed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51760"/>
            <a:ext cx="2011680" cy="502920"/>
          </a:xfrm>
          <a:prstGeom prst="round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B8CFF"/>
                </a:solidFill>
              </a:defRPr>
            </a:pPr>
            <a:r>
              <a:t>Backend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6974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EF2FF"/>
                </a:solidFill>
              </a:defRPr>
            </a:pPr>
            <a:r>
              <a:t>FastAPI — OAuth, analyze pipeline, webhooks, merge/approve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11880"/>
            <a:ext cx="2011680" cy="502920"/>
          </a:xfrm>
          <a:prstGeom prst="round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B8CFF"/>
                </a:solidFill>
              </a:defRPr>
            </a:pPr>
            <a:r>
              <a:t>Analyzers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65760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EF2FF"/>
                </a:solidFill>
              </a:defRPr>
            </a:pPr>
            <a:r>
              <a:t>Rule engine + optional Groq — engine.py, summarize.py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572000"/>
            <a:ext cx="2011680" cy="502920"/>
          </a:xfrm>
          <a:prstGeom prst="round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B8CFF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61772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EF2FF"/>
                </a:solidFill>
              </a:defRPr>
            </a:pPr>
            <a:r>
              <a:t>SQLite (dev) — cached reports, installations, webhook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532120"/>
            <a:ext cx="2011680" cy="502920"/>
          </a:xfrm>
          <a:prstGeom prst="round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B8CFF"/>
                </a:solidFill>
              </a:defRPr>
            </a:pPr>
            <a:r>
              <a:t>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557784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EF2FF"/>
                </a:solidFill>
              </a:defRPr>
            </a:pPr>
            <a:r>
              <a:t>Docker Compose + K8s manifests in deploy/kubernetes/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Live demo checklist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localhost:5173 (dev) · localhost:8080 (Docker)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Login with GitHub → Dashboard → pick a repository.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Open an open PR → auto-analyze (or Re-analyze).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Show Overview: risk banner + focus areas.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Changes tab: expand a file diff + AI summary badge.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Risk analysis tab: dimension scores and findings with file evidence.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Optional: Merge into main (confirm modal) — real GitHub API call.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No GitHub? POST /api/demo/analyze with fixture PR 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Why CodeLens?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Inspired by CodeRabbit · built for hackathon 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Focused brief — top focus areas, not hundreds of low-value comments.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Explainable — every finding ties to files, metrics, or rule evidence.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Transparent AI — badges show when Groq vs rules generated text.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Full diff story — files + commits + discussion in one report.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Production path — webhooks, Checks, embed, Docker/K8s included.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EF2FF"/>
                </a:solidFill>
              </a:defRPr>
            </a:pPr>
            <a:r>
              <a:t>Roadmap &amp; gaps</a:t>
            </a:r>
          </a:p>
          <a:p>
            <a:pPr>
              <a:spcBef>
                <a:spcPts val="800"/>
              </a:spcBef>
              <a:defRPr sz="1800">
                <a:solidFill>
                  <a:srgbClr val="9AA8C7"/>
                </a:solidFill>
              </a:defRPr>
            </a:pPr>
            <a:r>
              <a:t>Strong prototype today · clear path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Code quality dimension — maintainability, complexity (PRD gap).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Org-level dashboards — risk trends across repos.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PostgreSQL for multi-replica production deploys.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Deeper repo context — blame, history, dependency graphs.</a:t>
            </a:r>
          </a:p>
          <a:p>
            <a:pPr>
              <a:spcAft>
                <a:spcPts val="1000"/>
              </a:spcAft>
              <a:defRPr sz="2000">
                <a:solidFill>
                  <a:srgbClr val="EEF2FF"/>
                </a:solidFill>
              </a:defRPr>
            </a:pPr>
            <a:r>
              <a:t>GitHub Marketplace listing for one-click install.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EF2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B8CFF"/>
                </a:solidFill>
              </a:defRPr>
            </a:pPr>
            <a:r>
              <a:t>Questions?</a:t>
            </a:r>
          </a:p>
          <a:p>
            <a:pPr algn="ctr">
              <a:spcBef>
                <a:spcPts val="1600"/>
              </a:spcBef>
              <a:defRPr sz="1600">
                <a:solidFill>
                  <a:srgbClr val="9AA8C7"/>
                </a:solidFill>
              </a:defRPr>
            </a:pPr>
            <a:r>
              <a:t>github.com · CodeLens — Understand before you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